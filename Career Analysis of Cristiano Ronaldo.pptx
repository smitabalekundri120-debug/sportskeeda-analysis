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013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53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89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69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2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85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33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68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14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998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26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C0AC5-5A9A-4086-846E-09A429E9CB0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57CA8-EE09-4716-858A-3D07D95F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051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8000" b="1" dirty="0" smtClean="0"/>
              <a:t>Project on Career Analysis of “Cristiano Ronaldo</a:t>
            </a:r>
            <a:r>
              <a:rPr lang="en-US" sz="8800" dirty="0" smtClean="0"/>
              <a:t>”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4094468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 smtClean="0"/>
              <a:t>                      </a:t>
            </a:r>
            <a:r>
              <a:rPr lang="en-US" b="1" dirty="0" smtClean="0"/>
              <a:t>Objectives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analyze goal scoring patterns of Cristiano Ronaldo.</a:t>
            </a:r>
          </a:p>
          <a:p>
            <a:r>
              <a:rPr lang="en-US" dirty="0" smtClean="0"/>
              <a:t>To identify performance trends over years.</a:t>
            </a:r>
          </a:p>
          <a:p>
            <a:r>
              <a:rPr lang="en-US" dirty="0" smtClean="0"/>
              <a:t>To discover the strengths  &amp; weaknesses of the player.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90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          Dataset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dataset contains records of International level football matches.</a:t>
            </a:r>
          </a:p>
          <a:p>
            <a:r>
              <a:rPr lang="en-US" dirty="0" smtClean="0"/>
              <a:t>Filtered data focused on ‘Cristiano Ronaldo’.</a:t>
            </a:r>
          </a:p>
          <a:p>
            <a:r>
              <a:rPr lang="en-US" dirty="0" smtClean="0"/>
              <a:t>Total records analyzed : 108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39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730" y="365125"/>
            <a:ext cx="9716069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    </a:t>
            </a:r>
            <a:r>
              <a:rPr lang="en-US" b="1" dirty="0" smtClean="0"/>
              <a:t>              </a:t>
            </a:r>
            <a:r>
              <a:rPr lang="en-US" sz="5300" b="1" u="sng" dirty="0" smtClean="0"/>
              <a:t>Univariate Analysis</a:t>
            </a:r>
            <a:r>
              <a:rPr lang="en-US" sz="3600" b="1" u="sng" dirty="0" smtClean="0"/>
              <a:t/>
            </a:r>
            <a:br>
              <a:rPr lang="en-US" sz="3600" b="1" u="sng" dirty="0" smtClean="0"/>
            </a:br>
            <a:r>
              <a:rPr lang="en-US" dirty="0" smtClean="0"/>
              <a:t>                                  </a:t>
            </a:r>
            <a:r>
              <a:rPr lang="en-US" b="1" dirty="0" smtClean="0"/>
              <a:t>Histogram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095" t="31278" r="44907" b="7731"/>
          <a:stretch/>
        </p:blipFill>
        <p:spPr>
          <a:xfrm>
            <a:off x="95536" y="1690688"/>
            <a:ext cx="8639032" cy="5036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07523" y="2006221"/>
            <a:ext cx="31844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 </a:t>
            </a:r>
            <a:r>
              <a:rPr lang="en-US" dirty="0"/>
              <a:t>Most goals are scored in </a:t>
            </a:r>
            <a:r>
              <a:rPr lang="en-US" dirty="0" smtClean="0"/>
              <a:t>     the second half of the  matches.</a:t>
            </a:r>
          </a:p>
          <a:p>
            <a:r>
              <a:rPr lang="en-US" dirty="0" smtClean="0"/>
              <a:t>*  There is slight variation in the goal minutes.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89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570" y="559558"/>
            <a:ext cx="10562230" cy="3821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             </a:t>
            </a:r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b="1" u="sng" dirty="0" smtClean="0"/>
              <a:t>Bivariate Analysis</a:t>
            </a:r>
            <a:br>
              <a:rPr lang="en-US" b="1" u="sng" dirty="0" smtClean="0"/>
            </a:br>
            <a:r>
              <a:rPr lang="en-US" sz="4000" dirty="0" smtClean="0"/>
              <a:t>                                  </a:t>
            </a:r>
            <a:r>
              <a:rPr lang="en-US" sz="4000" b="1" dirty="0" smtClean="0"/>
              <a:t>Bar </a:t>
            </a:r>
            <a:r>
              <a:rPr lang="en-US" sz="4000" b="1" dirty="0"/>
              <a:t>Chart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304" t="24375" r="41376" b="14610"/>
          <a:stretch/>
        </p:blipFill>
        <p:spPr>
          <a:xfrm>
            <a:off x="0" y="1105470"/>
            <a:ext cx="8857397" cy="57525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466" y="1690688"/>
            <a:ext cx="3043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Certain years show peak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Indicates strong  performance in Ronaldo’s career ( 2015, 2016,2019,2021,2023).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027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    </a:t>
            </a:r>
            <a:r>
              <a:rPr lang="en-US" b="1" dirty="0" smtClean="0"/>
              <a:t>Count Plot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657" t="26733" r="44433" b="13361"/>
          <a:stretch/>
        </p:blipFill>
        <p:spPr>
          <a:xfrm>
            <a:off x="0" y="1461945"/>
            <a:ext cx="8679976" cy="53960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79976" y="2074460"/>
            <a:ext cx="3411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Most goals are scored in Home matches by Ronaldo.</a:t>
            </a:r>
          </a:p>
        </p:txBody>
      </p:sp>
    </p:spTree>
    <p:extLst>
      <p:ext uri="{BB962C8B-B14F-4D97-AF65-F5344CB8AC3E}">
        <p14:creationId xmlns:p14="http://schemas.microsoft.com/office/powerpoint/2010/main" val="2833747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          Donut Chart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422" t="31124" r="47517" b="16811"/>
          <a:stretch/>
        </p:blipFill>
        <p:spPr>
          <a:xfrm>
            <a:off x="122830" y="1433015"/>
            <a:ext cx="8447963" cy="52543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98340" y="1842448"/>
            <a:ext cx="31799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 Ronaldo has frequently scored </a:t>
            </a:r>
            <a:r>
              <a:rPr lang="en-US" dirty="0"/>
              <a:t> </a:t>
            </a:r>
            <a:r>
              <a:rPr lang="en-US" dirty="0" smtClean="0"/>
              <a:t>against certain teams showing dominance.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014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 </a:t>
            </a:r>
            <a:r>
              <a:rPr lang="en-US" b="1" dirty="0" smtClean="0"/>
              <a:t>Pie Chart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283" t="28928" r="49626" b="20888"/>
          <a:stretch/>
        </p:blipFill>
        <p:spPr>
          <a:xfrm>
            <a:off x="436728" y="1433015"/>
            <a:ext cx="8134066" cy="52953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7397" y="2101755"/>
            <a:ext cx="3334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Majority of goals are non-penalty (82.4%).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Indicates strong scoring 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53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         Scatter Plot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567" t="27047" r="40184" b="11166"/>
          <a:stretch/>
        </p:blipFill>
        <p:spPr>
          <a:xfrm>
            <a:off x="151796" y="1419368"/>
            <a:ext cx="9074091" cy="5438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76012" y="1828800"/>
            <a:ext cx="2688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Goals are spread across different match minutes.</a:t>
            </a:r>
          </a:p>
        </p:txBody>
      </p:sp>
    </p:spTree>
    <p:extLst>
      <p:ext uri="{BB962C8B-B14F-4D97-AF65-F5344CB8AC3E}">
        <p14:creationId xmlns:p14="http://schemas.microsoft.com/office/powerpoint/2010/main" val="416798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 Best Performance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Highest goal scorings is observed in certain peak years.</a:t>
            </a:r>
          </a:p>
          <a:p>
            <a:r>
              <a:rPr lang="en-US" dirty="0" smtClean="0"/>
              <a:t>Strong performance from the mid to the end of the matches.</a:t>
            </a:r>
          </a:p>
          <a:p>
            <a:r>
              <a:rPr lang="en-US" dirty="0" smtClean="0"/>
              <a:t>High contribution towards non penalty goals.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795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Weak Performance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Lower goal counts is observed in certain years.</a:t>
            </a:r>
          </a:p>
          <a:p>
            <a:r>
              <a:rPr lang="en-US" dirty="0" smtClean="0"/>
              <a:t>Slight variation in performance across years.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252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          </a:t>
            </a:r>
            <a:r>
              <a:rPr lang="en-US" b="1" u="sng" dirty="0" smtClean="0"/>
              <a:t>Conclusion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Cristiano Ronaldo shows consistent goal scoring ability across years with clear peak performance periods. His strength is seen during the later stages of matches by maintaining high non penalty goals.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641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42</TotalTime>
  <Words>247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Project on Career Analysis of “Cristiano Ronaldo”</vt:lpstr>
      <vt:lpstr>                      Objectives</vt:lpstr>
      <vt:lpstr>                            Dataset</vt:lpstr>
      <vt:lpstr>                   Univariate Analysis                                   Histogram</vt:lpstr>
      <vt:lpstr>                       Bivariate Analysis                                   Bar Chart </vt:lpstr>
      <vt:lpstr>                               Count Plot</vt:lpstr>
      <vt:lpstr>                            Donut Chart</vt:lpstr>
      <vt:lpstr>                            Pie Chart</vt:lpstr>
      <vt:lpstr>                           Scatter Plot</vt:lpstr>
      <vt:lpstr>                   Best Performance</vt:lpstr>
      <vt:lpstr>                  Weak Performance</vt:lpstr>
      <vt:lpstr>                           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on Career Analysis of “Cristiano Ronaldo”</dc:title>
  <dc:creator>My</dc:creator>
  <cp:lastModifiedBy>My</cp:lastModifiedBy>
  <cp:revision>7</cp:revision>
  <dcterms:created xsi:type="dcterms:W3CDTF">2026-04-05T15:50:36Z</dcterms:created>
  <dcterms:modified xsi:type="dcterms:W3CDTF">2026-04-05T16:34:37Z</dcterms:modified>
</cp:coreProperties>
</file>